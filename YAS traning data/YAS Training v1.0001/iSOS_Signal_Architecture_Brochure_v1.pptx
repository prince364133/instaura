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990000"/>
                </a:solidFill>
              </a:defRPr>
            </a:pPr>
            <a:r>
              <a:t>“This is why nothing was working.”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Your deck wasn’t broken. Your funnel wasn’t wrong. Your growth wasn’t blocked.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You just didn’t have the Signal.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Most founders try to raise capital or drive growth with noise. More decks. More campaigns. More experts.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But the investor passed. The customer bounced. And nothing stuck.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If the market can’t feel your signal, it won’t move.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That’s what iSOS fixes.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A complete Signal Operating System to reset your positioning, activate decisive narrative control, and build systems that convert.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Signal up. Everything follows.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990000"/>
                </a:solidFill>
              </a:defRPr>
            </a:pPr>
            <a:r>
              <a:t>What is iSOS?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iSOS is Instaura’s proprietary Signal Operating System.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It delivers high-conviction strategy, sharp execution, and unmatched signal clarity across: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Fundraising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GTM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Growth Strategy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Turnarounds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Built from over 2,500+ founder engagements and 250+ major capital &amp; GTM wins,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iSOS resets how your company shows up in the market — and what it triggers when it does.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990000"/>
                </a:solidFill>
              </a:defRPr>
            </a:pPr>
            <a:r>
              <a:t>The Signal System – Choose Your Breakthrough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WHITE — Clarity Reset: For early-stage or pivoting founders stuck in noise.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BLACK — Capital + Conversion Ready: For traction-stage teams preparing to raise or scale.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RED — The Full Install: For serious teams who want signal built, launched, and installed.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990000"/>
                </a:solidFill>
              </a:defRPr>
            </a:pPr>
            <a:r>
              <a:t>iSOS WHITE — CLARITY RESET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You’re building. But the story isn’t clicking. You’ve got motion. But no direction.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Use when: You’re early-stage, pivoting, or stuck.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What you get: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Signal Scorecard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Ideal Customer Map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Positioning Canvas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GTM Signal Plan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Outcome: Clarity. Installed before funnels, decks, or 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990000"/>
                </a:solidFill>
              </a:defRPr>
            </a:pPr>
            <a:r>
              <a:t>iSOS BLACK — CAPITAL + CONVERSION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You’re fundraising. Scaling. Selling. But the market isn’t responding how it should.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Use when: You have traction but no narrative power or investor sharpness.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What you get: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Investor Signal Kit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Sales Funnel Signal Guide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Messaging Heatmap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Competitive Signal Analysis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Outcome: Fundable. Findable. Trusted.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990000"/>
                </a:solidFill>
              </a:defRPr>
            </a:pPr>
            <a:r>
              <a:t>iSOS RED — THE FULL INSTALL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You’ve got the product, team, and ambition. Now you need a system that does justice to all of it.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Use when: You’re going live with a raise or GTM and can’t afford to be ignored.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What you get: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Funnel Architecture, CRM &amp; CTA Mapping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Messaging Kits, Deck Optimization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Strategic Introductions (case-by-case)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- 2 Live Signal Calls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Outcome: Signal Execution. From story to system.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990000"/>
                </a:solidFill>
              </a:defRPr>
            </a:pPr>
            <a:r>
              <a:t>What Happens After the Signal Hits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000">
                <a:solidFill>
                  <a:srgbClr val="1E1E1E"/>
                </a:solidFill>
              </a:defRPr>
            </a:pPr>
            <a:r>
              <a:t>“We raised $7.2M in 4 months after iSOS. No fluff. Just Signal.” — CEO, Defense Tech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“Sales doubled in 6 weeks. Funnel stayed the same. Message changed.” — SaaS Founder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“Investors started chasing us.” — Cofounder, Series A Fintech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“Deck was rejected 17 times. Then we got 3 term sheets in 21 days.” — DeepTech Founder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“The turnaround wasn’t just tactical. It was narrative-first.” — EdTech CEO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“We became the category.” — Consumer AI Founder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“They made us undeniable.” — Logistics Tech Founder</a:t>
            </a:r>
          </a:p>
          <a:p>
            <a:pPr>
              <a:defRPr sz="2000">
                <a:solidFill>
                  <a:srgbClr val="1E1E1E"/>
                </a:solidFill>
              </a:defRPr>
            </a:pPr>
            <a:r>
              <a:t>→ Book Your Signal Call | Instaura — Signals.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